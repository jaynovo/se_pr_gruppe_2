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4"/>
  </p:notesMasterIdLst>
  <p:sldIdLst>
    <p:sldId id="256" r:id="rId2"/>
    <p:sldId id="263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93"/>
    <a:srgbClr val="FF8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9ABD0B-DFC1-4672-9542-49CD73747849}" v="10" dt="2026-01-29T20:00:52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Sajovic" userId="1cc889bff55a8228" providerId="LiveId" clId="{4DE00E38-F02F-4C6B-920B-751FC5AE9438}"/>
    <pc:docChg chg="custSel addSld delSld modSld sldOrd">
      <pc:chgData name="Jason Sajovic" userId="1cc889bff55a8228" providerId="LiveId" clId="{4DE00E38-F02F-4C6B-920B-751FC5AE9438}" dt="2026-01-29T20:00:52.505" v="212"/>
      <pc:docMkLst>
        <pc:docMk/>
      </pc:docMkLst>
      <pc:sldChg chg="modSp mod">
        <pc:chgData name="Jason Sajovic" userId="1cc889bff55a8228" providerId="LiveId" clId="{4DE00E38-F02F-4C6B-920B-751FC5AE9438}" dt="2026-01-29T17:46:32.466" v="207" actId="20577"/>
        <pc:sldMkLst>
          <pc:docMk/>
          <pc:sldMk cId="2968794841" sldId="256"/>
        </pc:sldMkLst>
        <pc:spChg chg="mod">
          <ac:chgData name="Jason Sajovic" userId="1cc889bff55a8228" providerId="LiveId" clId="{4DE00E38-F02F-4C6B-920B-751FC5AE9438}" dt="2026-01-29T17:46:32.466" v="207" actId="20577"/>
          <ac:spMkLst>
            <pc:docMk/>
            <pc:sldMk cId="2968794841" sldId="256"/>
            <ac:spMk id="18" creationId="{C756FF0F-8018-FEB3-EF09-9D033518DED6}"/>
          </ac:spMkLst>
        </pc:spChg>
      </pc:sldChg>
      <pc:sldChg chg="del">
        <pc:chgData name="Jason Sajovic" userId="1cc889bff55a8228" providerId="LiveId" clId="{4DE00E38-F02F-4C6B-920B-751FC5AE9438}" dt="2026-01-29T16:51:18.083" v="5" actId="47"/>
        <pc:sldMkLst>
          <pc:docMk/>
          <pc:sldMk cId="776685342" sldId="259"/>
        </pc:sldMkLst>
      </pc:sldChg>
      <pc:sldChg chg="modSp del mod">
        <pc:chgData name="Jason Sajovic" userId="1cc889bff55a8228" providerId="LiveId" clId="{4DE00E38-F02F-4C6B-920B-751FC5AE9438}" dt="2026-01-29T17:50:41.958" v="208" actId="47"/>
        <pc:sldMkLst>
          <pc:docMk/>
          <pc:sldMk cId="399900167" sldId="260"/>
        </pc:sldMkLst>
        <pc:spChg chg="mod">
          <ac:chgData name="Jason Sajovic" userId="1cc889bff55a8228" providerId="LiveId" clId="{4DE00E38-F02F-4C6B-920B-751FC5AE9438}" dt="2026-01-29T17:05:58.081" v="147" actId="20577"/>
          <ac:spMkLst>
            <pc:docMk/>
            <pc:sldMk cId="399900167" sldId="260"/>
            <ac:spMk id="2" creationId="{7B261F0E-4748-C08C-A4C7-CA38356CE286}"/>
          </ac:spMkLst>
        </pc:spChg>
        <pc:spChg chg="mod">
          <ac:chgData name="Jason Sajovic" userId="1cc889bff55a8228" providerId="LiveId" clId="{4DE00E38-F02F-4C6B-920B-751FC5AE9438}" dt="2026-01-29T17:06:16.198" v="202" actId="20577"/>
          <ac:spMkLst>
            <pc:docMk/>
            <pc:sldMk cId="399900167" sldId="260"/>
            <ac:spMk id="8" creationId="{0146587C-A566-AB28-188E-999635DE2807}"/>
          </ac:spMkLst>
        </pc:spChg>
      </pc:sldChg>
      <pc:sldChg chg="del">
        <pc:chgData name="Jason Sajovic" userId="1cc889bff55a8228" providerId="LiveId" clId="{4DE00E38-F02F-4C6B-920B-751FC5AE9438}" dt="2026-01-29T16:52:34.620" v="7" actId="47"/>
        <pc:sldMkLst>
          <pc:docMk/>
          <pc:sldMk cId="3684289979" sldId="261"/>
        </pc:sldMkLst>
      </pc:sldChg>
      <pc:sldChg chg="del">
        <pc:chgData name="Jason Sajovic" userId="1cc889bff55a8228" providerId="LiveId" clId="{4DE00E38-F02F-4C6B-920B-751FC5AE9438}" dt="2026-01-29T16:52:33.833" v="6" actId="47"/>
        <pc:sldMkLst>
          <pc:docMk/>
          <pc:sldMk cId="112693239" sldId="262"/>
        </pc:sldMkLst>
      </pc:sldChg>
      <pc:sldChg chg="addSp delSp modSp add mod ord">
        <pc:chgData name="Jason Sajovic" userId="1cc889bff55a8228" providerId="LiveId" clId="{4DE00E38-F02F-4C6B-920B-751FC5AE9438}" dt="2026-01-29T20:00:52.505" v="212"/>
        <pc:sldMkLst>
          <pc:docMk/>
          <pc:sldMk cId="1674323790" sldId="263"/>
        </pc:sldMkLst>
        <pc:spChg chg="del mod">
          <ac:chgData name="Jason Sajovic" userId="1cc889bff55a8228" providerId="LiveId" clId="{4DE00E38-F02F-4C6B-920B-751FC5AE9438}" dt="2026-01-29T17:04:33.982" v="87" actId="1032"/>
          <ac:spMkLst>
            <pc:docMk/>
            <pc:sldMk cId="1674323790" sldId="263"/>
            <ac:spMk id="8" creationId="{67B5A7E6-C1D4-965C-BA0A-03F55FE5BB91}"/>
          </ac:spMkLst>
        </pc:spChg>
        <pc:graphicFrameChg chg="add mod modGraphic">
          <ac:chgData name="Jason Sajovic" userId="1cc889bff55a8228" providerId="LiveId" clId="{4DE00E38-F02F-4C6B-920B-751FC5AE9438}" dt="2026-01-29T20:00:52.505" v="212"/>
          <ac:graphicFrameMkLst>
            <pc:docMk/>
            <pc:sldMk cId="1674323790" sldId="263"/>
            <ac:graphicFrameMk id="3" creationId="{32A7148D-0587-37B5-9B69-BF7F690166EC}"/>
          </ac:graphicFrameMkLst>
        </pc:graphicFrameChg>
      </pc:sldChg>
      <pc:sldChg chg="add del setBg">
        <pc:chgData name="Jason Sajovic" userId="1cc889bff55a8228" providerId="LiveId" clId="{4DE00E38-F02F-4C6B-920B-751FC5AE9438}" dt="2026-01-28T18:01:36.554" v="1"/>
        <pc:sldMkLst>
          <pc:docMk/>
          <pc:sldMk cId="2598556814" sldId="26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04D751-7532-4F12-B781-1A68B7B5517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639E0F4D-986C-4689-BF42-FD9E851B2DD5}">
      <dgm:prSet phldrT="[Text]" phldr="0"/>
      <dgm:spPr/>
      <dgm:t>
        <a:bodyPr/>
        <a:lstStyle/>
        <a:p>
          <a:r>
            <a:rPr lang="en-GB" dirty="0"/>
            <a:t>Hardware</a:t>
          </a:r>
          <a:endParaRPr lang="LID4096" dirty="0"/>
        </a:p>
      </dgm:t>
    </dgm:pt>
    <dgm:pt modelId="{596827D2-06B8-47E5-B141-001414EBAA00}" type="parTrans" cxnId="{272E7DF4-01E9-4CC7-9BA7-4676F51F8B00}">
      <dgm:prSet/>
      <dgm:spPr/>
      <dgm:t>
        <a:bodyPr/>
        <a:lstStyle/>
        <a:p>
          <a:endParaRPr lang="LID4096"/>
        </a:p>
      </dgm:t>
    </dgm:pt>
    <dgm:pt modelId="{E7A29C6E-FE29-403F-AD0D-CF9A0DA9C6E8}" type="sibTrans" cxnId="{272E7DF4-01E9-4CC7-9BA7-4676F51F8B00}">
      <dgm:prSet/>
      <dgm:spPr/>
      <dgm:t>
        <a:bodyPr/>
        <a:lstStyle/>
        <a:p>
          <a:endParaRPr lang="LID4096"/>
        </a:p>
      </dgm:t>
    </dgm:pt>
    <dgm:pt modelId="{D7BB3A9C-E2B1-41A5-BC9F-209108C1B569}">
      <dgm:prSet phldrT="[Text]" phldr="0"/>
      <dgm:spPr/>
      <dgm:t>
        <a:bodyPr/>
        <a:lstStyle/>
        <a:p>
          <a:r>
            <a:rPr lang="en-GB" dirty="0"/>
            <a:t>E-Mail-Service</a:t>
          </a:r>
          <a:endParaRPr lang="LID4096" dirty="0"/>
        </a:p>
      </dgm:t>
    </dgm:pt>
    <dgm:pt modelId="{24291FD1-376C-47DC-9D76-37E5F02C9952}" type="parTrans" cxnId="{51C7A67F-11E0-4C8F-AF41-E2A9548C6949}">
      <dgm:prSet/>
      <dgm:spPr/>
      <dgm:t>
        <a:bodyPr/>
        <a:lstStyle/>
        <a:p>
          <a:endParaRPr lang="LID4096"/>
        </a:p>
      </dgm:t>
    </dgm:pt>
    <dgm:pt modelId="{690CFF31-1151-4516-A7ED-6091DA6F2E62}" type="sibTrans" cxnId="{51C7A67F-11E0-4C8F-AF41-E2A9548C6949}">
      <dgm:prSet/>
      <dgm:spPr/>
      <dgm:t>
        <a:bodyPr/>
        <a:lstStyle/>
        <a:p>
          <a:endParaRPr lang="LID4096"/>
        </a:p>
      </dgm:t>
    </dgm:pt>
    <dgm:pt modelId="{21124FDB-6F10-4C17-B013-6EC53016286D}">
      <dgm:prSet phldrT="[Text]"/>
      <dgm:spPr/>
      <dgm:t>
        <a:bodyPr/>
        <a:lstStyle/>
        <a:p>
          <a:r>
            <a:rPr lang="en-GB" dirty="0" err="1"/>
            <a:t>Statistik</a:t>
          </a:r>
          <a:endParaRPr lang="LID4096" dirty="0"/>
        </a:p>
      </dgm:t>
    </dgm:pt>
    <dgm:pt modelId="{728080AB-A450-4E2D-A504-1E9B585AA2C0}" type="parTrans" cxnId="{1C2E673B-0FE5-446F-84B8-126C35AE891F}">
      <dgm:prSet/>
      <dgm:spPr/>
      <dgm:t>
        <a:bodyPr/>
        <a:lstStyle/>
        <a:p>
          <a:endParaRPr lang="LID4096"/>
        </a:p>
      </dgm:t>
    </dgm:pt>
    <dgm:pt modelId="{DDBF08E7-D9EE-4BD7-9650-56590974E90E}" type="sibTrans" cxnId="{1C2E673B-0FE5-446F-84B8-126C35AE891F}">
      <dgm:prSet/>
      <dgm:spPr/>
      <dgm:t>
        <a:bodyPr/>
        <a:lstStyle/>
        <a:p>
          <a:endParaRPr lang="LID4096"/>
        </a:p>
      </dgm:t>
    </dgm:pt>
    <dgm:pt modelId="{259B5B05-0720-407A-8C60-42E53AAE09A9}">
      <dgm:prSet/>
      <dgm:spPr/>
      <dgm:t>
        <a:bodyPr/>
        <a:lstStyle/>
        <a:p>
          <a:r>
            <a:rPr lang="en-GB" dirty="0"/>
            <a:t>Release</a:t>
          </a:r>
          <a:endParaRPr lang="LID4096" dirty="0"/>
        </a:p>
      </dgm:t>
    </dgm:pt>
    <dgm:pt modelId="{4583CA8D-2A23-4B03-B40F-E2FFB2107E9D}" type="parTrans" cxnId="{B32A6B28-8529-480D-AEE9-924D173F4488}">
      <dgm:prSet/>
      <dgm:spPr/>
      <dgm:t>
        <a:bodyPr/>
        <a:lstStyle/>
        <a:p>
          <a:endParaRPr lang="LID4096"/>
        </a:p>
      </dgm:t>
    </dgm:pt>
    <dgm:pt modelId="{2F8E2474-2AC0-4C0B-8E57-ED4AA0402E7D}" type="sibTrans" cxnId="{B32A6B28-8529-480D-AEE9-924D173F4488}">
      <dgm:prSet/>
      <dgm:spPr/>
      <dgm:t>
        <a:bodyPr/>
        <a:lstStyle/>
        <a:p>
          <a:endParaRPr lang="LID4096"/>
        </a:p>
      </dgm:t>
    </dgm:pt>
    <dgm:pt modelId="{1CD73613-29EA-4CA1-BD5F-FF5605C24F18}" type="pres">
      <dgm:prSet presAssocID="{F104D751-7532-4F12-B781-1A68B7B55173}" presName="CompostProcess" presStyleCnt="0">
        <dgm:presLayoutVars>
          <dgm:dir/>
          <dgm:resizeHandles val="exact"/>
        </dgm:presLayoutVars>
      </dgm:prSet>
      <dgm:spPr/>
    </dgm:pt>
    <dgm:pt modelId="{86F6FD8F-8A70-4393-B166-4BAC907418C4}" type="pres">
      <dgm:prSet presAssocID="{F104D751-7532-4F12-B781-1A68B7B55173}" presName="arrow" presStyleLbl="bgShp" presStyleIdx="0" presStyleCnt="1"/>
      <dgm:spPr/>
    </dgm:pt>
    <dgm:pt modelId="{91FCE6E1-6841-4737-A095-59EDA8072372}" type="pres">
      <dgm:prSet presAssocID="{F104D751-7532-4F12-B781-1A68B7B55173}" presName="linearProcess" presStyleCnt="0"/>
      <dgm:spPr/>
    </dgm:pt>
    <dgm:pt modelId="{BBD8D64F-661A-4925-8EA5-A4BB92E4F58B}" type="pres">
      <dgm:prSet presAssocID="{639E0F4D-986C-4689-BF42-FD9E851B2DD5}" presName="textNode" presStyleLbl="node1" presStyleIdx="0" presStyleCnt="4">
        <dgm:presLayoutVars>
          <dgm:bulletEnabled val="1"/>
        </dgm:presLayoutVars>
      </dgm:prSet>
      <dgm:spPr/>
    </dgm:pt>
    <dgm:pt modelId="{7378CC0A-CB08-4749-B18A-3DCA78BB2A29}" type="pres">
      <dgm:prSet presAssocID="{E7A29C6E-FE29-403F-AD0D-CF9A0DA9C6E8}" presName="sibTrans" presStyleCnt="0"/>
      <dgm:spPr/>
    </dgm:pt>
    <dgm:pt modelId="{95F57A0A-AF8D-4570-85C3-ACBF463719ED}" type="pres">
      <dgm:prSet presAssocID="{21124FDB-6F10-4C17-B013-6EC53016286D}" presName="textNode" presStyleLbl="node1" presStyleIdx="1" presStyleCnt="4">
        <dgm:presLayoutVars>
          <dgm:bulletEnabled val="1"/>
        </dgm:presLayoutVars>
      </dgm:prSet>
      <dgm:spPr/>
    </dgm:pt>
    <dgm:pt modelId="{2372DD7A-F6D4-4032-A5BB-573EFBFC35DB}" type="pres">
      <dgm:prSet presAssocID="{DDBF08E7-D9EE-4BD7-9650-56590974E90E}" presName="sibTrans" presStyleCnt="0"/>
      <dgm:spPr/>
    </dgm:pt>
    <dgm:pt modelId="{CEED233A-CC50-4B2C-AF20-E68C6C6D8021}" type="pres">
      <dgm:prSet presAssocID="{D7BB3A9C-E2B1-41A5-BC9F-209108C1B569}" presName="textNode" presStyleLbl="node1" presStyleIdx="2" presStyleCnt="4">
        <dgm:presLayoutVars>
          <dgm:bulletEnabled val="1"/>
        </dgm:presLayoutVars>
      </dgm:prSet>
      <dgm:spPr/>
    </dgm:pt>
    <dgm:pt modelId="{4EDD0591-6422-43EC-A5D3-E5D8D63107FB}" type="pres">
      <dgm:prSet presAssocID="{690CFF31-1151-4516-A7ED-6091DA6F2E62}" presName="sibTrans" presStyleCnt="0"/>
      <dgm:spPr/>
    </dgm:pt>
    <dgm:pt modelId="{6FE57B1F-CCAA-4678-A0DA-D065F12D2709}" type="pres">
      <dgm:prSet presAssocID="{259B5B05-0720-407A-8C60-42E53AAE09A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9DA9D16-01BF-4B45-AD72-6EA159E3911F}" type="presOf" srcId="{21124FDB-6F10-4C17-B013-6EC53016286D}" destId="{95F57A0A-AF8D-4570-85C3-ACBF463719ED}" srcOrd="0" destOrd="0" presId="urn:microsoft.com/office/officeart/2005/8/layout/hProcess9"/>
    <dgm:cxn modelId="{C2152324-2ABB-4125-B880-8F721CBA0DD5}" type="presOf" srcId="{F104D751-7532-4F12-B781-1A68B7B55173}" destId="{1CD73613-29EA-4CA1-BD5F-FF5605C24F18}" srcOrd="0" destOrd="0" presId="urn:microsoft.com/office/officeart/2005/8/layout/hProcess9"/>
    <dgm:cxn modelId="{B32A6B28-8529-480D-AEE9-924D173F4488}" srcId="{F104D751-7532-4F12-B781-1A68B7B55173}" destId="{259B5B05-0720-407A-8C60-42E53AAE09A9}" srcOrd="3" destOrd="0" parTransId="{4583CA8D-2A23-4B03-B40F-E2FFB2107E9D}" sibTransId="{2F8E2474-2AC0-4C0B-8E57-ED4AA0402E7D}"/>
    <dgm:cxn modelId="{1C2E673B-0FE5-446F-84B8-126C35AE891F}" srcId="{F104D751-7532-4F12-B781-1A68B7B55173}" destId="{21124FDB-6F10-4C17-B013-6EC53016286D}" srcOrd="1" destOrd="0" parTransId="{728080AB-A450-4E2D-A504-1E9B585AA2C0}" sibTransId="{DDBF08E7-D9EE-4BD7-9650-56590974E90E}"/>
    <dgm:cxn modelId="{E9CDD64C-250E-4A60-A3F6-944639D33FF4}" type="presOf" srcId="{D7BB3A9C-E2B1-41A5-BC9F-209108C1B569}" destId="{CEED233A-CC50-4B2C-AF20-E68C6C6D8021}" srcOrd="0" destOrd="0" presId="urn:microsoft.com/office/officeart/2005/8/layout/hProcess9"/>
    <dgm:cxn modelId="{F65F1A6F-931B-4AED-85C6-A52166114669}" type="presOf" srcId="{639E0F4D-986C-4689-BF42-FD9E851B2DD5}" destId="{BBD8D64F-661A-4925-8EA5-A4BB92E4F58B}" srcOrd="0" destOrd="0" presId="urn:microsoft.com/office/officeart/2005/8/layout/hProcess9"/>
    <dgm:cxn modelId="{C4F48073-2B0D-4AF1-8419-C82D4DBC4EE7}" type="presOf" srcId="{259B5B05-0720-407A-8C60-42E53AAE09A9}" destId="{6FE57B1F-CCAA-4678-A0DA-D065F12D2709}" srcOrd="0" destOrd="0" presId="urn:microsoft.com/office/officeart/2005/8/layout/hProcess9"/>
    <dgm:cxn modelId="{51C7A67F-11E0-4C8F-AF41-E2A9548C6949}" srcId="{F104D751-7532-4F12-B781-1A68B7B55173}" destId="{D7BB3A9C-E2B1-41A5-BC9F-209108C1B569}" srcOrd="2" destOrd="0" parTransId="{24291FD1-376C-47DC-9D76-37E5F02C9952}" sibTransId="{690CFF31-1151-4516-A7ED-6091DA6F2E62}"/>
    <dgm:cxn modelId="{272E7DF4-01E9-4CC7-9BA7-4676F51F8B00}" srcId="{F104D751-7532-4F12-B781-1A68B7B55173}" destId="{639E0F4D-986C-4689-BF42-FD9E851B2DD5}" srcOrd="0" destOrd="0" parTransId="{596827D2-06B8-47E5-B141-001414EBAA00}" sibTransId="{E7A29C6E-FE29-403F-AD0D-CF9A0DA9C6E8}"/>
    <dgm:cxn modelId="{0B708D4B-56F5-4D5C-83AA-4408167F3615}" type="presParOf" srcId="{1CD73613-29EA-4CA1-BD5F-FF5605C24F18}" destId="{86F6FD8F-8A70-4393-B166-4BAC907418C4}" srcOrd="0" destOrd="0" presId="urn:microsoft.com/office/officeart/2005/8/layout/hProcess9"/>
    <dgm:cxn modelId="{00F1BB5B-CE41-44B7-B64E-25DC090D46BE}" type="presParOf" srcId="{1CD73613-29EA-4CA1-BD5F-FF5605C24F18}" destId="{91FCE6E1-6841-4737-A095-59EDA8072372}" srcOrd="1" destOrd="0" presId="urn:microsoft.com/office/officeart/2005/8/layout/hProcess9"/>
    <dgm:cxn modelId="{7A3CEF76-1930-4C89-BBE6-DC88C7AC3215}" type="presParOf" srcId="{91FCE6E1-6841-4737-A095-59EDA8072372}" destId="{BBD8D64F-661A-4925-8EA5-A4BB92E4F58B}" srcOrd="0" destOrd="0" presId="urn:microsoft.com/office/officeart/2005/8/layout/hProcess9"/>
    <dgm:cxn modelId="{EF2CBEF7-E38B-4455-9555-1DE2CAC0B270}" type="presParOf" srcId="{91FCE6E1-6841-4737-A095-59EDA8072372}" destId="{7378CC0A-CB08-4749-B18A-3DCA78BB2A29}" srcOrd="1" destOrd="0" presId="urn:microsoft.com/office/officeart/2005/8/layout/hProcess9"/>
    <dgm:cxn modelId="{D6DA18FB-CBC4-45FB-A423-C6773703F321}" type="presParOf" srcId="{91FCE6E1-6841-4737-A095-59EDA8072372}" destId="{95F57A0A-AF8D-4570-85C3-ACBF463719ED}" srcOrd="2" destOrd="0" presId="urn:microsoft.com/office/officeart/2005/8/layout/hProcess9"/>
    <dgm:cxn modelId="{B78DACF1-8953-4E43-9489-4D497027C871}" type="presParOf" srcId="{91FCE6E1-6841-4737-A095-59EDA8072372}" destId="{2372DD7A-F6D4-4032-A5BB-573EFBFC35DB}" srcOrd="3" destOrd="0" presId="urn:microsoft.com/office/officeart/2005/8/layout/hProcess9"/>
    <dgm:cxn modelId="{1F51C2CE-B936-491F-9758-0EDE8E6E1503}" type="presParOf" srcId="{91FCE6E1-6841-4737-A095-59EDA8072372}" destId="{CEED233A-CC50-4B2C-AF20-E68C6C6D8021}" srcOrd="4" destOrd="0" presId="urn:microsoft.com/office/officeart/2005/8/layout/hProcess9"/>
    <dgm:cxn modelId="{63D32D21-0299-4B89-8361-89047716B637}" type="presParOf" srcId="{91FCE6E1-6841-4737-A095-59EDA8072372}" destId="{4EDD0591-6422-43EC-A5D3-E5D8D63107FB}" srcOrd="5" destOrd="0" presId="urn:microsoft.com/office/officeart/2005/8/layout/hProcess9"/>
    <dgm:cxn modelId="{91BECC8C-F52E-460A-960F-10C86796CF64}" type="presParOf" srcId="{91FCE6E1-6841-4737-A095-59EDA8072372}" destId="{6FE57B1F-CCAA-4678-A0DA-D065F12D270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6FD8F-8A70-4393-B166-4BAC907418C4}">
      <dsp:nvSpPr>
        <dsp:cNvPr id="0" name=""/>
        <dsp:cNvSpPr/>
      </dsp:nvSpPr>
      <dsp:spPr>
        <a:xfrm>
          <a:off x="748903" y="0"/>
          <a:ext cx="8487568" cy="4572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8D64F-661A-4925-8EA5-A4BB92E4F58B}">
      <dsp:nvSpPr>
        <dsp:cNvPr id="0" name=""/>
        <dsp:cNvSpPr/>
      </dsp:nvSpPr>
      <dsp:spPr>
        <a:xfrm>
          <a:off x="6151" y="1371599"/>
          <a:ext cx="2348643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Hardware</a:t>
          </a:r>
          <a:endParaRPr lang="LID4096" sz="3400" kern="1200" dirty="0"/>
        </a:p>
      </dsp:txBody>
      <dsp:txXfrm>
        <a:off x="95426" y="1460874"/>
        <a:ext cx="2170093" cy="1650250"/>
      </dsp:txXfrm>
    </dsp:sp>
    <dsp:sp modelId="{95F57A0A-AF8D-4570-85C3-ACBF463719ED}">
      <dsp:nvSpPr>
        <dsp:cNvPr id="0" name=""/>
        <dsp:cNvSpPr/>
      </dsp:nvSpPr>
      <dsp:spPr>
        <a:xfrm>
          <a:off x="2547627" y="1371599"/>
          <a:ext cx="2348643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 err="1"/>
            <a:t>Statistik</a:t>
          </a:r>
          <a:endParaRPr lang="LID4096" sz="3400" kern="1200" dirty="0"/>
        </a:p>
      </dsp:txBody>
      <dsp:txXfrm>
        <a:off x="2636902" y="1460874"/>
        <a:ext cx="2170093" cy="1650250"/>
      </dsp:txXfrm>
    </dsp:sp>
    <dsp:sp modelId="{CEED233A-CC50-4B2C-AF20-E68C6C6D8021}">
      <dsp:nvSpPr>
        <dsp:cNvPr id="0" name=""/>
        <dsp:cNvSpPr/>
      </dsp:nvSpPr>
      <dsp:spPr>
        <a:xfrm>
          <a:off x="5089103" y="1371599"/>
          <a:ext cx="2348643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E-Mail-Service</a:t>
          </a:r>
          <a:endParaRPr lang="LID4096" sz="3400" kern="1200" dirty="0"/>
        </a:p>
      </dsp:txBody>
      <dsp:txXfrm>
        <a:off x="5178378" y="1460874"/>
        <a:ext cx="2170093" cy="1650250"/>
      </dsp:txXfrm>
    </dsp:sp>
    <dsp:sp modelId="{6FE57B1F-CCAA-4678-A0DA-D065F12D2709}">
      <dsp:nvSpPr>
        <dsp:cNvPr id="0" name=""/>
        <dsp:cNvSpPr/>
      </dsp:nvSpPr>
      <dsp:spPr>
        <a:xfrm>
          <a:off x="7630579" y="1371599"/>
          <a:ext cx="2348643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Release</a:t>
          </a:r>
          <a:endParaRPr lang="LID4096" sz="3400" kern="1200" dirty="0"/>
        </a:p>
      </dsp:txBody>
      <dsp:txXfrm>
        <a:off x="7719854" y="1460874"/>
        <a:ext cx="2170093" cy="1650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34AFF-9415-4606-81C6-3955BC1A4D37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42F4F-9992-4967-BC89-4BBB8C1111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963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42F4F-9992-4967-BC89-4BBB8C1111A3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282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45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1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34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4478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712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91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34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53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24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9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3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85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94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61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04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57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47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0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042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343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176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61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71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5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071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43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524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260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048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77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850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Wednesday, January 28,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577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Wednesday, January 28,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719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Wednesday, January 28,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607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20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96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245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Wednesday, January 28,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127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Wednesday, January 28,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5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Wednesday, January 28,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311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827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996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43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913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730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298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00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21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Wednesday, January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  <p:sldLayoutId id="2147483880" r:id="rId18"/>
    <p:sldLayoutId id="2147483881" r:id="rId19"/>
    <p:sldLayoutId id="2147483882" r:id="rId20"/>
    <p:sldLayoutId id="2147483883" r:id="rId21"/>
    <p:sldLayoutId id="2147483884" r:id="rId22"/>
    <p:sldLayoutId id="2147483885" r:id="rId23"/>
    <p:sldLayoutId id="2147483886" r:id="rId24"/>
    <p:sldLayoutId id="2147483887" r:id="rId25"/>
    <p:sldLayoutId id="2147483888" r:id="rId26"/>
    <p:sldLayoutId id="2147483889" r:id="rId27"/>
    <p:sldLayoutId id="2147483890" r:id="rId28"/>
    <p:sldLayoutId id="2147483891" r:id="rId29"/>
    <p:sldLayoutId id="2147483892" r:id="rId30"/>
    <p:sldLayoutId id="2147483893" r:id="rId31"/>
    <p:sldLayoutId id="2147483862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  <p:sldLayoutId id="2147483907" r:id="rId41"/>
    <p:sldLayoutId id="2147483902" r:id="rId42"/>
    <p:sldLayoutId id="2147483903" r:id="rId43"/>
    <p:sldLayoutId id="2147483904" r:id="rId44"/>
    <p:sldLayoutId id="2147483905" r:id="rId45"/>
    <p:sldLayoutId id="2147483906" r:id="rId46"/>
    <p:sldLayoutId id="2147483860" r:id="rId47"/>
    <p:sldLayoutId id="2147483861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57000">
              <a:srgbClr val="0070C0"/>
            </a:gs>
            <a:gs pos="100000">
              <a:srgbClr val="FF872D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C756FF0F-8018-FEB3-EF09-9D033518D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>
            <a:normAutofit/>
          </a:bodyPr>
          <a:lstStyle/>
          <a:p>
            <a:r>
              <a:rPr lang="en-US" dirty="0" err="1"/>
              <a:t>Smarthome</a:t>
            </a:r>
            <a:r>
              <a:rPr lang="en-US" dirty="0"/>
              <a:t> </a:t>
            </a:r>
            <a:r>
              <a:rPr lang="en-US" dirty="0" err="1"/>
              <a:t>solutioN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5DFBD85-9A8B-5F08-7B3B-72EDD1E2C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0992F-BDD5-0AD2-27E3-B00A26B1D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8" r="25280" b="-1"/>
          <a:stretch>
            <a:fillRect/>
          </a:stretch>
        </p:blipFill>
        <p:spPr>
          <a:xfrm>
            <a:off x="20" y="10"/>
            <a:ext cx="50672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879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57000">
              <a:srgbClr val="0070C0"/>
            </a:gs>
            <a:gs pos="100000">
              <a:srgbClr val="FF872D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B10F6-1D89-16CA-DAB0-809994ED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F7A5-3E44-A2DC-C8A2-39149819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Roadmap</a:t>
            </a:r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A1FF8-75DA-F1A6-A643-F8096C41D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8" r="25280" b="-1"/>
          <a:stretch>
            <a:fillRect/>
          </a:stretch>
        </p:blipFill>
        <p:spPr>
          <a:xfrm>
            <a:off x="10716158" y="-147508"/>
            <a:ext cx="1612319" cy="2182091"/>
          </a:xfrm>
          <a:prstGeom prst="rect">
            <a:avLst/>
          </a:prstGeom>
          <a:noFill/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2A7148D-0587-37B5-9B69-BF7F69016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373243"/>
              </p:ext>
            </p:extLst>
          </p:nvPr>
        </p:nvGraphicFramePr>
        <p:xfrm>
          <a:off x="1033463" y="1563688"/>
          <a:ext cx="998537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432379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1608</TotalTime>
  <Words>8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Avenir Next LT Pro</vt:lpstr>
      <vt:lpstr>Avenir Next LT Pro Light</vt:lpstr>
      <vt:lpstr>Neue Haas Grotesk Text Pro</vt:lpstr>
      <vt:lpstr>GradientRise</vt:lpstr>
      <vt:lpstr>Smarthome solutioN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Sajovic</dc:creator>
  <cp:lastModifiedBy>Jason Sajovic</cp:lastModifiedBy>
  <cp:revision>1</cp:revision>
  <dcterms:created xsi:type="dcterms:W3CDTF">2026-01-28T17:04:35Z</dcterms:created>
  <dcterms:modified xsi:type="dcterms:W3CDTF">2026-01-29T20:00:59Z</dcterms:modified>
</cp:coreProperties>
</file>