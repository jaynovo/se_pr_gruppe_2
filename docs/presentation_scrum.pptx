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E7F21D-48A0-4D2B-A289-D70A62E61631}" v="28" dt="2025-11-06T16:30:59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runnbauer" userId="defae79966a25b01" providerId="LiveId" clId="{EBAB9CFD-2EBF-43FA-B1A3-833D12D5FDD5}"/>
    <pc:docChg chg="undo redo custSel addSld delSld modSld sldOrd">
      <pc:chgData name="Thomas Brunnbauer" userId="defae79966a25b01" providerId="LiveId" clId="{EBAB9CFD-2EBF-43FA-B1A3-833D12D5FDD5}" dt="2025-11-06T16:32:47.309" v="1139" actId="20577"/>
      <pc:docMkLst>
        <pc:docMk/>
      </pc:docMkLst>
      <pc:sldChg chg="addSp modSp mod">
        <pc:chgData name="Thomas Brunnbauer" userId="defae79966a25b01" providerId="LiveId" clId="{EBAB9CFD-2EBF-43FA-B1A3-833D12D5FDD5}" dt="2025-11-06T13:19:37.053" v="841" actId="1076"/>
        <pc:sldMkLst>
          <pc:docMk/>
          <pc:sldMk cId="1348426803" sldId="257"/>
        </pc:sldMkLst>
        <pc:spChg chg="add mod">
          <ac:chgData name="Thomas Brunnbauer" userId="defae79966a25b01" providerId="LiveId" clId="{EBAB9CFD-2EBF-43FA-B1A3-833D12D5FDD5}" dt="2025-11-06T13:19:37.053" v="841" actId="1076"/>
          <ac:spMkLst>
            <pc:docMk/>
            <pc:sldMk cId="1348426803" sldId="257"/>
            <ac:spMk id="4" creationId="{90ED348E-58B5-4BDB-B0B1-26DFC7CD4DCF}"/>
          </ac:spMkLst>
        </pc:spChg>
      </pc:sldChg>
      <pc:sldChg chg="modSp mod">
        <pc:chgData name="Thomas Brunnbauer" userId="defae79966a25b01" providerId="LiveId" clId="{EBAB9CFD-2EBF-43FA-B1A3-833D12D5FDD5}" dt="2025-11-06T16:32:47.309" v="1139" actId="20577"/>
        <pc:sldMkLst>
          <pc:docMk/>
          <pc:sldMk cId="2414542943" sldId="258"/>
        </pc:sldMkLst>
        <pc:spChg chg="mod">
          <ac:chgData name="Thomas Brunnbauer" userId="defae79966a25b01" providerId="LiveId" clId="{EBAB9CFD-2EBF-43FA-B1A3-833D12D5FDD5}" dt="2025-11-06T16:32:47.309" v="1139" actId="20577"/>
          <ac:spMkLst>
            <pc:docMk/>
            <pc:sldMk cId="2414542943" sldId="258"/>
            <ac:spMk id="3" creationId="{3622A2D5-0FAE-7956-E099-069296EDB8F9}"/>
          </ac:spMkLst>
        </pc:spChg>
      </pc:sldChg>
      <pc:sldChg chg="modSp mod">
        <pc:chgData name="Thomas Brunnbauer" userId="defae79966a25b01" providerId="LiveId" clId="{EBAB9CFD-2EBF-43FA-B1A3-833D12D5FDD5}" dt="2025-11-06T16:28:24.162" v="969" actId="6549"/>
        <pc:sldMkLst>
          <pc:docMk/>
          <pc:sldMk cId="2466304353" sldId="259"/>
        </pc:sldMkLst>
        <pc:spChg chg="mod">
          <ac:chgData name="Thomas Brunnbauer" userId="defae79966a25b01" providerId="LiveId" clId="{EBAB9CFD-2EBF-43FA-B1A3-833D12D5FDD5}" dt="2025-11-06T16:28:24.162" v="969" actId="6549"/>
          <ac:spMkLst>
            <pc:docMk/>
            <pc:sldMk cId="2466304353" sldId="259"/>
            <ac:spMk id="3" creationId="{B1F597D4-AB4A-501F-90B9-EE3966DB1500}"/>
          </ac:spMkLst>
        </pc:spChg>
      </pc:sldChg>
      <pc:sldChg chg="modSp mod">
        <pc:chgData name="Thomas Brunnbauer" userId="defae79966a25b01" providerId="LiveId" clId="{EBAB9CFD-2EBF-43FA-B1A3-833D12D5FDD5}" dt="2025-11-06T16:31:46.314" v="1138" actId="20577"/>
        <pc:sldMkLst>
          <pc:docMk/>
          <pc:sldMk cId="3061204086" sldId="261"/>
        </pc:sldMkLst>
        <pc:spChg chg="mod">
          <ac:chgData name="Thomas Brunnbauer" userId="defae79966a25b01" providerId="LiveId" clId="{EBAB9CFD-2EBF-43FA-B1A3-833D12D5FDD5}" dt="2025-11-06T16:31:46.314" v="1138" actId="20577"/>
          <ac:spMkLst>
            <pc:docMk/>
            <pc:sldMk cId="3061204086" sldId="261"/>
            <ac:spMk id="3" creationId="{A4B009D8-F00C-06FB-A5A1-D66E5D96689B}"/>
          </ac:spMkLst>
        </pc:spChg>
      </pc:sldChg>
      <pc:sldChg chg="add del">
        <pc:chgData name="Thomas Brunnbauer" userId="defae79966a25b01" providerId="LiveId" clId="{EBAB9CFD-2EBF-43FA-B1A3-833D12D5FDD5}" dt="2025-11-06T12:58:10.507" v="162" actId="2696"/>
        <pc:sldMkLst>
          <pc:docMk/>
          <pc:sldMk cId="1194148949" sldId="262"/>
        </pc:sldMkLst>
      </pc:sldChg>
      <pc:sldChg chg="modSp add mod ord">
        <pc:chgData name="Thomas Brunnbauer" userId="defae79966a25b01" providerId="LiveId" clId="{EBAB9CFD-2EBF-43FA-B1A3-833D12D5FDD5}" dt="2025-11-06T16:30:48.002" v="1082"/>
        <pc:sldMkLst>
          <pc:docMk/>
          <pc:sldMk cId="1508686649" sldId="263"/>
        </pc:sldMkLst>
        <pc:spChg chg="mod">
          <ac:chgData name="Thomas Brunnbauer" userId="defae79966a25b01" providerId="LiveId" clId="{EBAB9CFD-2EBF-43FA-B1A3-833D12D5FDD5}" dt="2025-11-06T12:55:31.894" v="22" actId="20577"/>
          <ac:spMkLst>
            <pc:docMk/>
            <pc:sldMk cId="1508686649" sldId="263"/>
            <ac:spMk id="2" creationId="{511EA993-5892-928A-35F5-844469D24C3D}"/>
          </ac:spMkLst>
        </pc:spChg>
        <pc:spChg chg="mod">
          <ac:chgData name="Thomas Brunnbauer" userId="defae79966a25b01" providerId="LiveId" clId="{EBAB9CFD-2EBF-43FA-B1A3-833D12D5FDD5}" dt="2025-11-06T16:30:29.756" v="1080" actId="20577"/>
          <ac:spMkLst>
            <pc:docMk/>
            <pc:sldMk cId="1508686649" sldId="263"/>
            <ac:spMk id="3" creationId="{BF447FD2-5A64-635A-83B2-FDE3B3CAB97F}"/>
          </ac:spMkLst>
        </pc:spChg>
      </pc:sldChg>
      <pc:sldChg chg="addSp delSp modSp add del mod ord">
        <pc:chgData name="Thomas Brunnbauer" userId="defae79966a25b01" providerId="LiveId" clId="{EBAB9CFD-2EBF-43FA-B1A3-833D12D5FDD5}" dt="2025-11-06T13:22:57.760" v="842" actId="2696"/>
        <pc:sldMkLst>
          <pc:docMk/>
          <pc:sldMk cId="1120233121" sldId="264"/>
        </pc:sldMkLst>
        <pc:spChg chg="mod">
          <ac:chgData name="Thomas Brunnbauer" userId="defae79966a25b01" providerId="LiveId" clId="{EBAB9CFD-2EBF-43FA-B1A3-833D12D5FDD5}" dt="2025-11-06T13:12:31.131" v="749" actId="20577"/>
          <ac:spMkLst>
            <pc:docMk/>
            <pc:sldMk cId="1120233121" sldId="264"/>
            <ac:spMk id="2" creationId="{3B39358C-447A-3EB5-146D-6203809554A7}"/>
          </ac:spMkLst>
        </pc:spChg>
        <pc:spChg chg="del mod">
          <ac:chgData name="Thomas Brunnbauer" userId="defae79966a25b01" providerId="LiveId" clId="{EBAB9CFD-2EBF-43FA-B1A3-833D12D5FDD5}" dt="2025-11-06T13:12:48.983" v="751" actId="3680"/>
          <ac:spMkLst>
            <pc:docMk/>
            <pc:sldMk cId="1120233121" sldId="264"/>
            <ac:spMk id="3" creationId="{DBF9450F-BB5C-9924-80DF-2CA8EBE8F452}"/>
          </ac:spMkLst>
        </pc:spChg>
        <pc:graphicFrameChg chg="add mod ord modGraphic">
          <ac:chgData name="Thomas Brunnbauer" userId="defae79966a25b01" providerId="LiveId" clId="{EBAB9CFD-2EBF-43FA-B1A3-833D12D5FDD5}" dt="2025-11-06T13:14:53.063" v="800" actId="14734"/>
          <ac:graphicFrameMkLst>
            <pc:docMk/>
            <pc:sldMk cId="1120233121" sldId="264"/>
            <ac:graphicFrameMk id="6" creationId="{560D60BC-3C4F-6AF6-C511-6B1495850E95}"/>
          </ac:graphicFrameMkLst>
        </pc:graphicFrameChg>
      </pc:sldChg>
      <pc:sldChg chg="modSp new mod">
        <pc:chgData name="Thomas Brunnbauer" userId="defae79966a25b01" providerId="LiveId" clId="{EBAB9CFD-2EBF-43FA-B1A3-833D12D5FDD5}" dt="2025-11-06T16:27:30.983" v="966" actId="20577"/>
        <pc:sldMkLst>
          <pc:docMk/>
          <pc:sldMk cId="3876128455" sldId="264"/>
        </pc:sldMkLst>
        <pc:spChg chg="mod">
          <ac:chgData name="Thomas Brunnbauer" userId="defae79966a25b01" providerId="LiveId" clId="{EBAB9CFD-2EBF-43FA-B1A3-833D12D5FDD5}" dt="2025-11-06T13:24:44.236" v="910" actId="20577"/>
          <ac:spMkLst>
            <pc:docMk/>
            <pc:sldMk cId="3876128455" sldId="264"/>
            <ac:spMk id="2" creationId="{238F6B3F-2A49-4FE7-B753-FAEF1BD524A6}"/>
          </ac:spMkLst>
        </pc:spChg>
        <pc:spChg chg="mod">
          <ac:chgData name="Thomas Brunnbauer" userId="defae79966a25b01" providerId="LiveId" clId="{EBAB9CFD-2EBF-43FA-B1A3-833D12D5FDD5}" dt="2025-11-06T14:47:40.089" v="919" actId="5793"/>
          <ac:spMkLst>
            <pc:docMk/>
            <pc:sldMk cId="3876128455" sldId="264"/>
            <ac:spMk id="3" creationId="{BAD4B38A-428C-E243-4C7C-1E26353349A3}"/>
          </ac:spMkLst>
        </pc:spChg>
        <pc:spChg chg="mod">
          <ac:chgData name="Thomas Brunnbauer" userId="defae79966a25b01" providerId="LiveId" clId="{EBAB9CFD-2EBF-43FA-B1A3-833D12D5FDD5}" dt="2025-11-06T16:27:30.983" v="966" actId="20577"/>
          <ac:spMkLst>
            <pc:docMk/>
            <pc:sldMk cId="3876128455" sldId="264"/>
            <ac:spMk id="4" creationId="{F9467485-A7B2-98BD-D9EB-3609D328C8D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06.11.2025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06.11.2025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239" y="1571812"/>
            <a:ext cx="7118139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2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/>
              <a:t>Platz für </a:t>
            </a:r>
            <a:br>
              <a:rPr lang="de-DE"/>
            </a:br>
            <a:r>
              <a:rPr lang="de-DE"/>
              <a:t>den Titel</a:t>
            </a:r>
            <a:endParaRPr lang="de-AT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>
                <a:solidFill>
                  <a:schemeClr val="tx1"/>
                </a:solidFill>
                <a:latin typeface="+mj-lt"/>
              </a:rPr>
              <a:t>JOHANNES</a:t>
            </a:r>
            <a:r>
              <a:rPr lang="de-AT" sz="800" b="0" baseline="0">
                <a:solidFill>
                  <a:schemeClr val="tx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tx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tx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tx1"/>
                </a:solidFill>
                <a:latin typeface="+mn-lt"/>
              </a:rPr>
              <a:t>jku.at</a:t>
            </a:r>
            <a:endParaRPr lang="de-AT" sz="800" b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314" y="555091"/>
            <a:ext cx="1932056" cy="1367992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err="1"/>
              <a:t>Platz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Partnerlogo</a:t>
            </a:r>
            <a:endParaRPr lang="en-US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err="1"/>
              <a:t>Platz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Partnerlogo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27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Platz für </a:t>
            </a:r>
            <a:br>
              <a:rPr lang="de-DE"/>
            </a:br>
            <a:r>
              <a:rPr lang="de-DE"/>
              <a:t>den Titel</a:t>
            </a:r>
            <a:endParaRPr lang="de-AT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40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/>
              <a:t>Platz für ein Partnerlogo</a:t>
            </a:r>
            <a:endParaRPr lang="en-US"/>
          </a:p>
          <a:p>
            <a:endParaRPr lang="en-US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/>
              <a:t>Platz für ein Partnerlogo</a:t>
            </a:r>
            <a:endParaRPr lang="en-US"/>
          </a:p>
          <a:p>
            <a:endParaRPr lang="en-US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/>
              <a:t>Platz für ein Partnerlogo</a:t>
            </a:r>
            <a:endParaRPr lang="en-US"/>
          </a:p>
          <a:p>
            <a:endParaRPr lang="en-US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In Kooperation mit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/>
              <a:t>Platz für ein Partnerlogo</a:t>
            </a:r>
            <a:endParaRPr lang="en-US"/>
          </a:p>
          <a:p>
            <a:endParaRPr lang="en-US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/>
              <a:t>Platz für ein Partnerlogo</a:t>
            </a:r>
            <a:endParaRPr lang="en-US"/>
          </a:p>
          <a:p>
            <a:endParaRPr lang="en-US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/>
              <a:t>Platz für ein Partnerlogo</a:t>
            </a:r>
            <a:endParaRPr lang="en-US"/>
          </a:p>
          <a:p>
            <a:endParaRPr lang="en-US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/>
              <a:t>Platz für ein Partnerlogo</a:t>
            </a:r>
            <a:endParaRPr lang="en-US"/>
          </a:p>
          <a:p>
            <a:endParaRPr lang="en-US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/>
              <a:t>Platz für ein Partnerlogo</a:t>
            </a:r>
            <a:endParaRPr lang="en-US"/>
          </a:p>
          <a:p>
            <a:endParaRPr lang="en-US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/>
              <a:t>Platz für ein Partnerlogo</a:t>
            </a:r>
            <a:endParaRPr lang="en-US"/>
          </a:p>
          <a:p>
            <a:endParaRPr lang="en-US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61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  <p15:guide id="2" pos="5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/>
              <a:t>Kapitel 1</a:t>
            </a:r>
          </a:p>
          <a:p>
            <a:pPr lvl="1"/>
            <a:r>
              <a:rPr lang="de-DE"/>
              <a:t>Unterkapitel 1</a:t>
            </a:r>
          </a:p>
          <a:p>
            <a:pPr lvl="1"/>
            <a:r>
              <a:rPr lang="de-DE"/>
              <a:t>Unterkapitel 2</a:t>
            </a:r>
          </a:p>
          <a:p>
            <a:pPr lvl="0"/>
            <a:r>
              <a:rPr lang="de-DE"/>
              <a:t>Kapitel 2</a:t>
            </a:r>
          </a:p>
          <a:p>
            <a:pPr lvl="1"/>
            <a:r>
              <a:rPr lang="de-DE"/>
              <a:t>Unterkapitel 1</a:t>
            </a:r>
          </a:p>
          <a:p>
            <a:pPr lvl="1"/>
            <a:r>
              <a:rPr lang="de-DE"/>
              <a:t>Unterkapitel 2</a:t>
            </a:r>
          </a:p>
          <a:p>
            <a:pPr lvl="0"/>
            <a:r>
              <a:rPr lang="de-DE"/>
              <a:t>Kapitel 3</a:t>
            </a:r>
          </a:p>
          <a:p>
            <a:pPr lvl="1"/>
            <a:r>
              <a:rPr lang="de-DE"/>
              <a:t>Unterkapitel 1</a:t>
            </a:r>
          </a:p>
          <a:p>
            <a:pPr lvl="1"/>
            <a:r>
              <a:rPr lang="de-DE"/>
              <a:t>Unterkapitel 2</a:t>
            </a:r>
          </a:p>
          <a:p>
            <a:pPr lvl="0"/>
            <a:r>
              <a:rPr lang="de-DE"/>
              <a:t>Kapitel 4</a:t>
            </a:r>
          </a:p>
          <a:p>
            <a:pPr lvl="1"/>
            <a:r>
              <a:rPr lang="de-DE"/>
              <a:t>Unterkapitel 1</a:t>
            </a:r>
          </a:p>
          <a:p>
            <a:pPr lvl="1"/>
            <a:r>
              <a:rPr lang="de-DE"/>
              <a:t>Unterkapitel 2</a:t>
            </a:r>
          </a:p>
          <a:p>
            <a:pPr lvl="0"/>
            <a:r>
              <a:rPr lang="de-DE"/>
              <a:t>Kapitel 5</a:t>
            </a:r>
          </a:p>
          <a:p>
            <a:pPr lvl="1"/>
            <a:r>
              <a:rPr lang="de-DE"/>
              <a:t>Unterkapitel 1</a:t>
            </a:r>
          </a:p>
          <a:p>
            <a:pPr lvl="1"/>
            <a:r>
              <a:rPr lang="de-DE"/>
              <a:t>Unterkapitel 2</a:t>
            </a:r>
          </a:p>
          <a:p>
            <a:pPr lvl="1"/>
            <a:endParaRPr lang="de-DE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Platz für</a:t>
            </a:r>
            <a:br>
              <a:rPr lang="de-DE"/>
            </a:br>
            <a:r>
              <a:rPr lang="de-DE"/>
              <a:t>Titel und großes Imagebild</a:t>
            </a:r>
            <a:endParaRPr lang="de-AT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Platz für</a:t>
            </a:r>
            <a:br>
              <a:rPr lang="de-DE"/>
            </a:br>
            <a:r>
              <a:rPr lang="de-DE"/>
              <a:t>Titel und großes Imagebild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90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/>
              <a:t>Platz für</a:t>
            </a:r>
            <a:br>
              <a:rPr lang="de-DE"/>
            </a:br>
            <a:r>
              <a:rPr lang="de-DE"/>
              <a:t>Titel und Text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/>
              <a:t>Quelle: 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Platz für</a:t>
            </a:r>
            <a:br>
              <a:rPr lang="de-DE"/>
            </a:br>
            <a:r>
              <a:rPr lang="de-DE"/>
              <a:t>Titel und Vergleich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Platz für</a:t>
            </a:r>
            <a:br>
              <a:rPr lang="de-DE"/>
            </a:br>
            <a:r>
              <a:rPr lang="de-DE"/>
              <a:t>Titel, großes Bild und Text</a:t>
            </a:r>
            <a:endParaRPr lang="de-AT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Platz für</a:t>
            </a:r>
            <a:br>
              <a:rPr lang="de-DE"/>
            </a:br>
            <a:r>
              <a:rPr lang="de-DE"/>
              <a:t>Titel und Formeln</a:t>
            </a:r>
            <a:endParaRPr lang="de-AT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/>
              <a:t>Platz für</a:t>
            </a:r>
            <a:br>
              <a:rPr lang="de-DE"/>
            </a:br>
            <a:r>
              <a:rPr lang="de-DE"/>
              <a:t>Titel und Video</a:t>
            </a:r>
            <a:endParaRPr lang="de-AT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/>
              <a:t>Platz für</a:t>
            </a:r>
            <a:br>
              <a:rPr lang="de-DE"/>
            </a:br>
            <a:r>
              <a:rPr lang="de-DE"/>
              <a:t>Titel, 3 kleine Bilder und Text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/>
              <a:t>Platz für</a:t>
            </a:r>
            <a:br>
              <a:rPr lang="de-DE"/>
            </a:br>
            <a:r>
              <a:rPr lang="de-DE"/>
              <a:t>Titel, schmales Bild und Text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/>
              <a:t>Platz für</a:t>
            </a:r>
            <a:br>
              <a:rPr lang="de-DE"/>
            </a:br>
            <a:r>
              <a:rPr lang="de-DE"/>
              <a:t>Titel, Diagramme und Tabellen</a:t>
            </a:r>
            <a:endParaRPr lang="de-AT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5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Allgeme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42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Allgeme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Platz für </a:t>
            </a:r>
            <a:br>
              <a:rPr lang="de-DE"/>
            </a:br>
            <a:r>
              <a:rPr lang="de-DE"/>
              <a:t>den Titel</a:t>
            </a:r>
            <a:endParaRPr lang="de-AT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Platz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Partnerlogo</a:t>
            </a:r>
            <a:endParaRPr lang="en-US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Platz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Partnerlogo</a:t>
            </a:r>
            <a:endParaRPr lang="en-US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72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Allgem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Platz für </a:t>
            </a:r>
            <a:br>
              <a:rPr lang="de-DE"/>
            </a:br>
            <a:r>
              <a:rPr lang="de-DE"/>
              <a:t>den Titel</a:t>
            </a:r>
            <a:endParaRPr lang="de-AT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7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TNF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56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TNF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Platz für </a:t>
            </a:r>
            <a:br>
              <a:rPr lang="de-DE"/>
            </a:br>
            <a:r>
              <a:rPr lang="de-DE"/>
              <a:t>den Titel</a:t>
            </a:r>
            <a:endParaRPr lang="de-AT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Platz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Partnerlogo</a:t>
            </a:r>
            <a:endParaRPr lang="en-US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Platz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Partnerlogo</a:t>
            </a:r>
            <a:endParaRPr lang="en-US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0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TN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Platz für </a:t>
            </a:r>
            <a:br>
              <a:rPr lang="de-DE"/>
            </a:br>
            <a:r>
              <a:rPr lang="de-DE"/>
              <a:t>den Titel</a:t>
            </a:r>
            <a:endParaRPr lang="de-AT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7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SOW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267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SOW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Platz für </a:t>
            </a:r>
            <a:br>
              <a:rPr lang="de-DE"/>
            </a:br>
            <a:r>
              <a:rPr lang="de-DE"/>
              <a:t>den Titel</a:t>
            </a:r>
            <a:endParaRPr lang="de-AT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Platz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Partnerlogo</a:t>
            </a:r>
            <a:endParaRPr lang="en-US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Platz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Partnerlogo</a:t>
            </a:r>
            <a:endParaRPr lang="en-US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51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SOW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Platz für </a:t>
            </a:r>
            <a:br>
              <a:rPr lang="de-DE"/>
            </a:br>
            <a:r>
              <a:rPr lang="de-DE"/>
              <a:t>den Titel</a:t>
            </a:r>
            <a:endParaRPr lang="de-AT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3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08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Platz für </a:t>
            </a:r>
            <a:br>
              <a:rPr lang="de-DE"/>
            </a:br>
            <a:r>
              <a:rPr lang="de-DE"/>
              <a:t>den Titel</a:t>
            </a:r>
            <a:endParaRPr lang="de-AT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Platz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Partnerlogo</a:t>
            </a:r>
            <a:endParaRPr lang="en-US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Platz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Partnerlogo</a:t>
            </a:r>
            <a:endParaRPr lang="en-US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53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Platz für </a:t>
            </a:r>
            <a:br>
              <a:rPr lang="de-DE"/>
            </a:br>
            <a:r>
              <a:rPr lang="de-DE"/>
              <a:t>den Titel</a:t>
            </a:r>
            <a:endParaRPr lang="de-AT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16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M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3200"/>
            <a:ext cx="7118139" cy="50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57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ME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Platz für </a:t>
            </a:r>
            <a:br>
              <a:rPr lang="de-DE"/>
            </a:br>
            <a:r>
              <a:rPr lang="de-DE"/>
              <a:t>den Titel</a:t>
            </a:r>
            <a:endParaRPr lang="de-AT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Platz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Partnerlogo</a:t>
            </a:r>
            <a:endParaRPr lang="en-US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err="1"/>
              <a:t>Platz</a:t>
            </a:r>
            <a:r>
              <a:rPr lang="en-US"/>
              <a:t> </a:t>
            </a:r>
            <a:r>
              <a:rPr lang="en-US" err="1"/>
              <a:t>für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</a:t>
            </a:r>
            <a:r>
              <a:rPr lang="en-US" err="1"/>
              <a:t>Partnerlogo</a:t>
            </a:r>
            <a:endParaRPr lang="en-US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01" y="554400"/>
            <a:ext cx="1932066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48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Logo M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Platz für Details und nächste Schritte.</a:t>
            </a:r>
            <a:endParaRPr lang="en-US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Platz für </a:t>
            </a:r>
            <a:br>
              <a:rPr lang="de-DE"/>
            </a:br>
            <a:r>
              <a:rPr lang="de-DE"/>
              <a:t>den Titel</a:t>
            </a:r>
            <a:endParaRPr lang="de-AT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Platz für Autor und LVA-Nummer</a:t>
            </a:r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84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Titelmusterformat durch Klicken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16.10.2015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Platz für Autor und LVA-Nummer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30" name="Grafik 29"/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83" y="6351235"/>
            <a:ext cx="2717806" cy="320399"/>
          </a:xfrm>
          <a:prstGeom prst="rect">
            <a:avLst/>
          </a:prstGeom>
        </p:spPr>
      </p:pic>
      <p:sp>
        <p:nvSpPr>
          <p:cNvPr id="33" name="Textplatzhalter 32"/>
          <p:cNvSpPr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956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80" r:id="rId2"/>
    <p:sldLayoutId id="2147483683" r:id="rId3"/>
    <p:sldLayoutId id="2147483669" r:id="rId4"/>
    <p:sldLayoutId id="2147483670" r:id="rId5"/>
    <p:sldLayoutId id="2147483666" r:id="rId6"/>
    <p:sldLayoutId id="2147483677" r:id="rId7"/>
    <p:sldLayoutId id="2147483662" r:id="rId8"/>
    <p:sldLayoutId id="2147483664" r:id="rId9"/>
    <p:sldLayoutId id="2147483671" r:id="rId10"/>
    <p:sldLayoutId id="2147483672" r:id="rId11"/>
    <p:sldLayoutId id="2147483673" r:id="rId12"/>
    <p:sldLayoutId id="2147483675" r:id="rId13"/>
    <p:sldLayoutId id="2147483674" r:id="rId14"/>
    <p:sldLayoutId id="2147483678" r:id="rId15"/>
    <p:sldLayoutId id="2147483679" r:id="rId16"/>
    <p:sldLayoutId id="2147483681" r:id="rId17"/>
    <p:sldLayoutId id="2147483682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</p:sldLayoutIdLst>
  <p:hf hdr="0" ft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800"/>
        </a:spcBef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buSzPct val="125000"/>
        <a:buFont typeface="Arial" panose="020B06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buSzPct val="85000"/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5000"/>
        </a:lnSpc>
        <a:spcBef>
          <a:spcPts val="0"/>
        </a:spcBef>
        <a:buSzPct val="110000"/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5000"/>
        </a:lnSpc>
        <a:spcBef>
          <a:spcPts val="0"/>
        </a:spcBef>
        <a:buSzPct val="65000"/>
        <a:buFont typeface="Wingdings 2" panose="05020102010507070707" pitchFamily="18" charset="2"/>
        <a:buChar char="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850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035BA566-BEEE-6EC9-0AAD-C866316682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Agiles Framework zur inkrementellen und iterativen Softwareentwicklung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ABC8F2D-CD7D-EAFC-EB24-85C3C8F54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SCRUM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0ED348E-58B5-4BDB-B0B1-26DFC7CD4DCF}"/>
              </a:ext>
            </a:extLst>
          </p:cNvPr>
          <p:cNvSpPr txBox="1"/>
          <p:nvPr/>
        </p:nvSpPr>
        <p:spPr>
          <a:xfrm>
            <a:off x="9702314" y="2311696"/>
            <a:ext cx="2287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Thomas Brunnbauer</a:t>
            </a:r>
          </a:p>
          <a:p>
            <a:r>
              <a:rPr lang="de-AT" dirty="0"/>
              <a:t>Markus Gaber </a:t>
            </a:r>
          </a:p>
          <a:p>
            <a:r>
              <a:rPr lang="de-AT" dirty="0"/>
              <a:t>Jason </a:t>
            </a:r>
            <a:r>
              <a:rPr lang="de-AT" dirty="0" err="1"/>
              <a:t>Sajovic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48426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8DBAE0-C0FD-6F7B-725B-0AD273F3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22A2D5-0FAE-7956-E099-069296EDB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Grundprinzipien</a:t>
            </a:r>
          </a:p>
          <a:p>
            <a:r>
              <a:rPr lang="de-AT" dirty="0"/>
              <a:t>Rollen im SCRUM-Team</a:t>
            </a:r>
          </a:p>
          <a:p>
            <a:r>
              <a:rPr lang="de-AT" dirty="0"/>
              <a:t>Ablauf eines Sprints</a:t>
            </a:r>
          </a:p>
          <a:p>
            <a:r>
              <a:rPr lang="de-AT" dirty="0"/>
              <a:t>Artefakte in SCRUM</a:t>
            </a:r>
          </a:p>
          <a:p>
            <a:r>
              <a:rPr lang="de-AT" dirty="0"/>
              <a:t>Vor- und Nachteile</a:t>
            </a:r>
          </a:p>
          <a:p>
            <a:endParaRPr lang="de-AT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2F3F5A-5743-9569-0E24-8E5E440E652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0B21FE-6617-2288-C669-D0324D09A64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42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80B86-F3A1-872A-A18E-83EBB36BA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9AE916-75E4-7296-FB06-16829D062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Grundprinzipien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F597D4-AB4A-501F-90B9-EE3966DB1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Agile Werte:</a:t>
            </a:r>
            <a:endParaRPr lang="de-DE" dirty="0"/>
          </a:p>
          <a:p>
            <a:r>
              <a:rPr lang="de-DE" dirty="0"/>
              <a:t>Individuen und Interaktionen &gt; Prozesse und Werkzeuge</a:t>
            </a:r>
          </a:p>
          <a:p>
            <a:r>
              <a:rPr lang="de-DE" dirty="0"/>
              <a:t>Funktionierende Software &gt; Umfassende Dokumentation</a:t>
            </a:r>
          </a:p>
          <a:p>
            <a:r>
              <a:rPr lang="de-DE" dirty="0"/>
              <a:t>Zusammenarbeit mit dem Kunden &gt; Vertragsverhandlung</a:t>
            </a:r>
          </a:p>
          <a:p>
            <a:r>
              <a:rPr lang="de-DE" dirty="0"/>
              <a:t>Reagieren auf Veränderung &gt; Plan befolgen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SCRUM-Säulen:</a:t>
            </a:r>
            <a:endParaRPr lang="de-DE" dirty="0"/>
          </a:p>
          <a:p>
            <a:r>
              <a:rPr lang="de-DE" dirty="0"/>
              <a:t>Transparenz</a:t>
            </a:r>
          </a:p>
          <a:p>
            <a:r>
              <a:rPr lang="de-DE" dirty="0"/>
              <a:t>Überprüfung </a:t>
            </a:r>
          </a:p>
          <a:p>
            <a:r>
              <a:rPr lang="de-DE" dirty="0"/>
              <a:t>Anpassung</a:t>
            </a:r>
          </a:p>
          <a:p>
            <a:pPr marL="0" indent="0">
              <a:buNone/>
            </a:pPr>
            <a:endParaRPr lang="de-AT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1E9D1E-72DF-ED3B-C9D3-BEF2E4F353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57BC51C-F4E0-B08B-761A-01AA215468C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0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38967-1A28-21A7-628A-68D123153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555BAE12-4882-D468-5278-AA6706594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224" y="134378"/>
            <a:ext cx="5752404" cy="362056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097C471-E87A-82DD-5757-5DBAD1B2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Rollen im SCRUM-Team 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560862-6CDF-EF93-0A6F-8F58CA050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b="1"/>
              <a:t>Product Owner (PO)</a:t>
            </a:r>
            <a:endParaRPr lang="de-DE"/>
          </a:p>
          <a:p>
            <a:r>
              <a:rPr lang="de-DE"/>
              <a:t>Verantwortlich für den Produktwert</a:t>
            </a:r>
          </a:p>
          <a:p>
            <a:r>
              <a:rPr lang="de-DE"/>
              <a:t>Pflegt und priorisiert das Product Backlog</a:t>
            </a:r>
          </a:p>
          <a:p>
            <a:pPr marL="0" indent="0">
              <a:buNone/>
            </a:pPr>
            <a:endParaRPr lang="de-DE" b="1"/>
          </a:p>
          <a:p>
            <a:pPr marL="0" indent="0">
              <a:buNone/>
            </a:pPr>
            <a:r>
              <a:rPr lang="de-DE" b="1"/>
              <a:t>SCRUM Master</a:t>
            </a:r>
            <a:endParaRPr lang="de-DE"/>
          </a:p>
          <a:p>
            <a:r>
              <a:rPr lang="de-DE"/>
              <a:t>Coach und Unterstützer des Teams</a:t>
            </a:r>
          </a:p>
          <a:p>
            <a:r>
              <a:rPr lang="de-DE"/>
              <a:t>Entfernt Hindernisse, sorgt für SCRUM-Verständnis</a:t>
            </a:r>
          </a:p>
          <a:p>
            <a:pPr marL="0" indent="0">
              <a:buNone/>
            </a:pPr>
            <a:endParaRPr lang="de-DE" b="1"/>
          </a:p>
          <a:p>
            <a:pPr marL="0" indent="0">
              <a:buNone/>
            </a:pPr>
            <a:r>
              <a:rPr lang="de-DE" b="1"/>
              <a:t>Entwicklerteam (Developers)</a:t>
            </a:r>
            <a:endParaRPr lang="de-DE"/>
          </a:p>
          <a:p>
            <a:r>
              <a:rPr lang="de-DE"/>
              <a:t>Selbstorganisiertes, interdisziplinäres Team</a:t>
            </a:r>
          </a:p>
          <a:p>
            <a:r>
              <a:rPr lang="de-DE"/>
              <a:t>Verantwortlich für die Umsetzung des Sprint-Ziels</a:t>
            </a:r>
          </a:p>
          <a:p>
            <a:pPr marL="0" indent="0">
              <a:buNone/>
            </a:pP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9660D7-F2FC-B43E-5FFF-15A1C0E82A7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45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9F872-8CE0-8C66-3F0E-F2608A84A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1EA993-5892-928A-35F5-844469D24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Ablauf eines Sprints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447FD2-5A64-635A-83B2-FDE3B3CAB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542" y="1089126"/>
            <a:ext cx="11139784" cy="504920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Sprint</a:t>
            </a:r>
          </a:p>
          <a:p>
            <a:pPr lvl="1"/>
            <a:r>
              <a:rPr lang="de-DE" dirty="0"/>
              <a:t>Zeitraum, zwischen einer bis vier Wochen, jedoch fix definiertes Zeitintervall</a:t>
            </a:r>
          </a:p>
          <a:p>
            <a:pPr lvl="1"/>
            <a:r>
              <a:rPr lang="de-DE" dirty="0"/>
              <a:t>Keine Veränderung des Ziels, während Sprints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Sprint </a:t>
            </a:r>
            <a:r>
              <a:rPr lang="de-DE" dirty="0" err="1"/>
              <a:t>Planning</a:t>
            </a:r>
            <a:endParaRPr lang="de-DE" dirty="0"/>
          </a:p>
          <a:p>
            <a:pPr lvl="1"/>
            <a:r>
              <a:rPr lang="de-DE" dirty="0"/>
              <a:t>Planung für den kommenden Sprint. Was kann in diesem Sprint erreicht werden?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Daily </a:t>
            </a:r>
            <a:r>
              <a:rPr lang="de-DE" dirty="0" err="1"/>
              <a:t>Scrum</a:t>
            </a:r>
            <a:endParaRPr lang="de-DE" dirty="0"/>
          </a:p>
          <a:p>
            <a:pPr lvl="1"/>
            <a:r>
              <a:rPr lang="de-DE" dirty="0"/>
              <a:t>Tägliches Meeting der Entwickler etwa 15 Minuten.</a:t>
            </a:r>
          </a:p>
          <a:p>
            <a:pPr lvl="1"/>
            <a:r>
              <a:rPr lang="de-DE" dirty="0"/>
              <a:t>Ziel: Synchronisation und Anpassung des Plans für den Tag.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Sprint Review</a:t>
            </a:r>
          </a:p>
          <a:p>
            <a:pPr lvl="1"/>
            <a:r>
              <a:rPr lang="de-DE" dirty="0"/>
              <a:t>Findet am Ende des Sprints statt. </a:t>
            </a:r>
          </a:p>
          <a:p>
            <a:pPr lvl="1"/>
            <a:r>
              <a:rPr lang="de-DE" dirty="0"/>
              <a:t>Inkrement wird den Stakeholdern präsentiert und Feedback gesammelt.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Sprint </a:t>
            </a:r>
            <a:r>
              <a:rPr lang="de-DE" dirty="0" err="1"/>
              <a:t>Retrospective</a:t>
            </a:r>
            <a:endParaRPr lang="de-DE" dirty="0"/>
          </a:p>
          <a:p>
            <a:pPr lvl="1"/>
            <a:r>
              <a:rPr lang="de-DE" dirty="0"/>
              <a:t>Reflektion über vergangenen Sprint.</a:t>
            </a:r>
          </a:p>
          <a:p>
            <a:pPr lvl="1"/>
            <a:r>
              <a:rPr lang="de-DE" dirty="0"/>
              <a:t>Was war gut, was kann verbessert werden.</a:t>
            </a:r>
          </a:p>
          <a:p>
            <a:pPr marL="0" indent="0">
              <a:buNone/>
            </a:pPr>
            <a:r>
              <a:rPr lang="de-DE" b="1" dirty="0"/>
              <a:t>Ziel:</a:t>
            </a:r>
            <a:r>
              <a:rPr lang="de-DE" dirty="0"/>
              <a:t> Am Ende jedes Sprints steht ein nutzbares Produkt-Inkrement.</a:t>
            </a:r>
          </a:p>
          <a:p>
            <a:pPr marL="457200" indent="-45720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C74184-FB0E-965A-959C-C258926297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F120BB-627A-6440-4ED1-D10AEBF10AE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86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CB6EA-5F7C-F5A7-9FE3-79948BE6D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C23FE6-DB1C-3424-E0F8-E353EB752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Artefakte in SCRUM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B009D8-F00C-06FB-A5A1-D66E5D966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Product</a:t>
            </a:r>
            <a:r>
              <a:rPr lang="de-DE" dirty="0"/>
              <a:t> Backlog </a:t>
            </a:r>
          </a:p>
          <a:p>
            <a:pPr lvl="1"/>
            <a:r>
              <a:rPr lang="de-DE" dirty="0"/>
              <a:t>Die "Landkarte" des Produkts, Summe aller Aufgaben</a:t>
            </a:r>
          </a:p>
          <a:p>
            <a:pPr lvl="1"/>
            <a:r>
              <a:rPr lang="de-DE" dirty="0"/>
              <a:t>Eine dynamische, priorisierte Liste aller Anforderungen in Form von User Stories(z.B. Features, Bugs, Verbesserungen).</a:t>
            </a:r>
          </a:p>
          <a:p>
            <a:r>
              <a:rPr lang="de-DE" dirty="0"/>
              <a:t>Sprint Backlog </a:t>
            </a:r>
          </a:p>
          <a:p>
            <a:pPr lvl="1"/>
            <a:r>
              <a:rPr lang="de-DE" dirty="0"/>
              <a:t>Der Plan für den aktuellen Sprint, ausgewählte Aufgaben aus dem Backlog.</a:t>
            </a:r>
          </a:p>
          <a:p>
            <a:pPr lvl="1"/>
            <a:r>
              <a:rPr lang="de-DE" dirty="0"/>
              <a:t>Enthält die ausgewählten </a:t>
            </a:r>
            <a:r>
              <a:rPr lang="de-DE" dirty="0" err="1"/>
              <a:t>Product</a:t>
            </a:r>
            <a:r>
              <a:rPr lang="de-DE" dirty="0"/>
              <a:t> Backlog Items (das "Was") und den Plan zur Umsetzung (das "Wie").</a:t>
            </a:r>
          </a:p>
          <a:p>
            <a:r>
              <a:rPr lang="de-DE" dirty="0" err="1"/>
              <a:t>Increment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Fertiggestelltes, potenziell auslieferbares Produkt</a:t>
            </a:r>
          </a:p>
          <a:p>
            <a:pPr lvl="1"/>
            <a:r>
              <a:rPr lang="de-DE" dirty="0"/>
              <a:t>Die Summe aller im Sprint fertiggestellten Backlog Items.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1417455-4148-9990-D146-9E7854DC48C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8AAA17-0DA7-EC25-0DE8-A8908EFCAE2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04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8F6B3F-2A49-4FE7-B753-FAEF1BD52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Vor- und Nachteile von SCRUM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D4B38A-428C-E243-4C7C-1E26353349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Vorteile:</a:t>
            </a:r>
            <a:endParaRPr lang="de-DE" dirty="0"/>
          </a:p>
          <a:p>
            <a:r>
              <a:rPr lang="de-DE" dirty="0"/>
              <a:t>Frühzeitiges Feedback</a:t>
            </a:r>
          </a:p>
          <a:p>
            <a:r>
              <a:rPr lang="de-DE" dirty="0"/>
              <a:t>Hohe Flexibilität</a:t>
            </a:r>
          </a:p>
          <a:p>
            <a:r>
              <a:rPr lang="de-DE" dirty="0"/>
              <a:t>Transparente Kommunikation</a:t>
            </a:r>
          </a:p>
          <a:p>
            <a:endParaRPr lang="de-AT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9467485-A7B2-98BD-D9EB-3609D328C8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Herausforderungen:</a:t>
            </a:r>
            <a:endParaRPr lang="de-DE" dirty="0"/>
          </a:p>
          <a:p>
            <a:r>
              <a:rPr lang="de-DE" dirty="0"/>
              <a:t>Disziplin und Erfahrung nötig</a:t>
            </a:r>
          </a:p>
          <a:p>
            <a:r>
              <a:rPr lang="de-DE" dirty="0"/>
              <a:t>Abhängigkeit von Teamgröße und Kultur</a:t>
            </a:r>
          </a:p>
          <a:p>
            <a:r>
              <a:rPr lang="de-DE" dirty="0"/>
              <a:t>Gefahr der „Pseudo-Agilität“</a:t>
            </a:r>
          </a:p>
          <a:p>
            <a:r>
              <a:rPr lang="de-DE" dirty="0"/>
              <a:t>Verteilung der Verantwortlichkeiten</a:t>
            </a:r>
          </a:p>
          <a:p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1A82FB-4388-B676-4908-10CA37A3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28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13AFAC5-D8E8-41C9-B023-C5D9AC48FD0E}" vid="{FA9F25FB-E87D-4462-AB13-B746242A0510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338</Words>
  <Application>Microsoft Office PowerPoint</Application>
  <PresentationFormat>Breitbild</PresentationFormat>
  <Paragraphs>76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Wingdings</vt:lpstr>
      <vt:lpstr>Wingdings 2</vt:lpstr>
      <vt:lpstr>Office</vt:lpstr>
      <vt:lpstr>PowerPoint-Präsentation</vt:lpstr>
      <vt:lpstr>SCRUM</vt:lpstr>
      <vt:lpstr>Agenda</vt:lpstr>
      <vt:lpstr>Grundprinzipien </vt:lpstr>
      <vt:lpstr>Rollen im SCRUM-Team </vt:lpstr>
      <vt:lpstr>Ablauf eines Sprints</vt:lpstr>
      <vt:lpstr>Artefakte in SCRUM </vt:lpstr>
      <vt:lpstr>Vor- und Nachteile von SCRUM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Pilz Jakob</dc:creator>
  <cp:lastModifiedBy>Thomas Brunnbauer</cp:lastModifiedBy>
  <cp:revision>7</cp:revision>
  <cp:lastPrinted>2015-10-19T12:36:16Z</cp:lastPrinted>
  <dcterms:created xsi:type="dcterms:W3CDTF">2024-12-14T09:44:36Z</dcterms:created>
  <dcterms:modified xsi:type="dcterms:W3CDTF">2025-11-06T16:32:54Z</dcterms:modified>
</cp:coreProperties>
</file>